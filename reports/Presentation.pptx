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Mutual Fund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— Data Analyst Internship</a:t>
            </a:r>
          </a:p>
          <a:p>
            <a:r>
              <a:t>Bluestock Fintech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</a:t>
            </a:r>
          </a:p>
          <a:p>
            <a:r>
              <a:t>• Analyze 40 mutual fund schemes across 10 fund houses</a:t>
            </a:r>
          </a:p>
          <a:p>
            <a:r>
              <a:t>• Build ETL pipeline, EDA, performance metrics and dashboard</a:t>
            </a:r>
          </a:p>
          <a:p>
            <a:r>
              <a:t>• Dataset: 46,000 NAV records, 32,778 investor transactions</a:t>
            </a:r>
          </a:p>
          <a:p>
            <a:r>
              <a:t>• Tools: Python, Pandas, SQLite, Streamlit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CSV files provided:</a:t>
            </a:r>
          </a:p>
          <a:p>
            <a:r>
              <a:t>• fund_master — 40 schemes, 15 columns</a:t>
            </a:r>
          </a:p>
          <a:p>
            <a:r>
              <a:t>• nav_history — 46,000 rows of daily NAV</a:t>
            </a:r>
          </a:p>
          <a:p>
            <a:r>
              <a:t>• investor_transactions — 32,778 records</a:t>
            </a:r>
          </a:p>
          <a:p>
            <a:r>
              <a:t>• benchmark_indices — NIFTY50, SENSEX data</a:t>
            </a:r>
          </a:p>
          <a:p>
            <a:r>
              <a:t>• portfolio_holdings, AUM, SIP inflows and 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Funds by CAGR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performing funds:</a:t>
            </a:r>
          </a:p>
          <a:p>
            <a:r>
              <a:t>• ICICI Pru Midcap Fund - Regular - Growth — CAGR: 31.48%</a:t>
            </a:r>
          </a:p>
          <a:p>
            <a:r>
              <a:t>• SBI Small Cap Fund - Regular Plan - Growth — CAGR: 31.1%</a:t>
            </a:r>
          </a:p>
          <a:p>
            <a:r>
              <a:t>• DSP Small Cap Fund - Regular - Growth — CAGR: 30.97%</a:t>
            </a:r>
          </a:p>
          <a:p>
            <a:r>
              <a:t>• Mirae Asset Tax Saver Fund - Regular - Growth — CAGR: 30.64%</a:t>
            </a:r>
          </a:p>
          <a:p>
            <a:r>
              <a:t>• Mirae Asset Large Cap Fund - Regular - Growth — CAGR: 29.71%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Insights from analysis:</a:t>
            </a:r>
          </a:p>
          <a:p>
            <a:r>
              <a:t>• Top fund achieved 31.48% CAGR over 4 years</a:t>
            </a:r>
          </a:p>
          <a:p>
            <a:r>
              <a:t>• Small cap funds outperformed large cap funds</a:t>
            </a:r>
          </a:p>
          <a:p>
            <a:r>
              <a:t>• Most funds have Sharpe Ratio above 1.0</a:t>
            </a:r>
          </a:p>
          <a:p>
            <a:r>
              <a:t>• SIP inflows grew consistently year on year</a:t>
            </a:r>
          </a:p>
          <a:p>
            <a:r>
              <a:t>• Mid cap funds offer best risk-adjusted returns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with Streamlit:</a:t>
            </a:r>
          </a:p>
          <a:p>
            <a:r>
              <a:t>• Page 1 — Fund Overview with filters</a:t>
            </a:r>
          </a:p>
          <a:p>
            <a:r>
              <a:t>• Page 2 — NAV Growth over time</a:t>
            </a:r>
          </a:p>
          <a:p>
            <a:r>
              <a:t>• Page 3 — Performance Metrics table</a:t>
            </a:r>
          </a:p>
          <a:p>
            <a:r>
              <a:t>• Page 4 — Top 10 performers chart</a:t>
            </a:r>
          </a:p>
          <a:p>
            <a:r>
              <a:t>• Bonus B2 achieved — Streamlit as Power BI alternative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r>
              <a:t>• Successfully built end-to-end mutual fund analytics platform</a:t>
            </a:r>
          </a:p>
          <a:p>
            <a:r>
              <a:t>• ETL pipeline fetches and processes live NAV data</a:t>
            </a:r>
          </a:p>
          <a:p>
            <a:r>
              <a:t>• SQLite database stores all 9 tables</a:t>
            </a:r>
          </a:p>
          <a:p>
            <a:r>
              <a:t>• Fund recommender helps investors choose right funds</a:t>
            </a:r>
          </a:p>
          <a:p>
            <a:r>
              <a:t>• All deliverables D1-D7 completed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